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95" d="100"/>
          <a:sy n="95" d="100"/>
        </p:scale>
        <p:origin x="200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C148-CCE3-171C-7457-0A209D7FC3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0D0F9-CD80-1E35-2F67-2E7235C4F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E0239-15C1-A925-ED59-A375C5BE5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F439A-B5EF-EF7B-68E5-8E4BB20E7A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F84E2-5E70-1F51-73A4-E32A49575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5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06DB8-F1BB-BB0A-1726-9C0850DFD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62FBC-4DC5-FC00-007E-70324794E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313FDA-D247-2CBC-7025-6E83D2F1A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884BA-8DDB-3D70-C6E9-9F76BC1AA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BD925-CBF2-0E15-415F-170BA528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342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858BB-9FA3-B43F-4447-C240494B1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56F965-73D2-3931-2360-13CD754F8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5DCA2-5FF4-0153-CE3F-EC197C84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85B09-D820-D856-678C-22911B109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42630-22A3-A2C4-59C8-C6CBA3054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992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298B-7624-843C-DDE1-88A66D050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65205B-8E30-487E-A7FD-5B85C6B34F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9B940-85F8-0138-203B-4BCCB1BF4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9FAB4-04FD-C8F2-817B-BDEA51357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7FEA5-1239-F25F-56AC-69C71910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E0DEC-0661-205A-C0C6-43FE52FF8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706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75284-13A4-19A9-3CDC-7A941B90A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FC40A-F384-18A5-6FD0-F8258D9D7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0FFF1-739C-AC01-99FA-C7AD8CEFC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CCDA3B-9E2A-AD2E-28DD-5CD74CCF28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D8E39B-8F1B-5F14-4797-46335A348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496982-E55F-6236-5BC2-80DA1B34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8E7D5E-B856-E882-131C-1709AF2BE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9D8B76-14B5-3A85-9BE2-8DDC1313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456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F2315-9A86-9673-74F3-171731877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54FD1E-CC3E-12DC-9081-B9D239366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B88B5A-F257-A2CC-BF73-A54CA3CC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EC933-6094-49AF-079E-66C349DA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75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02DB1-1363-27FB-67F4-6C4E009AB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0256B4-3932-D792-BF68-1D8EBF51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699D16-D204-4D87-374B-C4036FAD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4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93D5C-9F5A-6643-3DEB-16A2B838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6668B-A226-2F99-80FA-F8895DC35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BC3A91-CF01-B435-C6C4-020F2F81F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FD6F9B-69DB-5D2A-B447-3D29B32B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1D4BCA-F85A-7BCD-2160-77064FF4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2ED7B8-A7BD-B8DD-2322-26A7E900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33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865A9-BEB1-5885-51DA-DE806B616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482185-1FD2-AD8E-0058-9D89F2E176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CB78ED-21CB-8BAC-F25A-0BCCF95CA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74EE4-C942-57A3-0A51-B00321E85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F44CB-DA4F-001F-2668-8CF082B15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AD8AC-367C-071B-0EA7-65E75B782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9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F9F46-B534-A273-8CDE-F92FA7CEC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4332C9-586D-E6EF-8C36-5A508AC34D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272685-4706-3525-E922-EB7D2A73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18805-87BF-94DA-B9D3-17A375AC4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DB545-4EF4-30A5-D26E-6712C71C4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65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CAA9BB-C283-554D-DA57-F41390E947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9FC3A6-B2F1-32B7-B55B-3F7A1C249F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AF5D2E-AA71-9FE9-E42C-3C9C3C934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D7ABD-C73F-56C8-34AC-801D79A2D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642C5-F4BA-2BF1-418E-50B2BC52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8A95BA-89A6-7B29-0D11-4B785DAED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0DD6FB-1602-7180-5570-5A1F9B4D4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8EAA-A2F6-75C8-8354-64FA97028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08A1D-4DD9-AC44-9B55-DD5177BD8FC5}" type="datetimeFigureOut">
              <a:rPr lang="en-US" smtClean="0"/>
              <a:t>4/23/26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5FE26-1D29-FF8E-FD64-B3B6C1B11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DCEB3-2541-8ACC-2A8D-95F6AD83D1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FCF95-63E8-6740-B875-26D381CA7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3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2C928-8641-B66B-8E98-F141FF2B14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91BCE6-E990-51CE-090D-9AD719615B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85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Binando, Bailey</dc:creator>
  <cp:lastModifiedBy>Binando, Bailey</cp:lastModifiedBy>
  <cp:revision>1</cp:revision>
  <dcterms:created xsi:type="dcterms:W3CDTF">2026-04-23T17:53:19Z</dcterms:created>
  <dcterms:modified xsi:type="dcterms:W3CDTF">2026-04-23T17:53:38Z</dcterms:modified>
</cp:coreProperties>
</file>